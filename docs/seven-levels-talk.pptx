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product, one ladder, two models. Everything you'll see is live at the link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the source video. This is a replication with receipts — and a model comparison he didn't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medium is the message: this deck and the tutorial site were built with Claude Code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level is one technique, and they compound. Our order swaps video/snipping vs the source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discipline is what makes the comparison meaningful.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out loud. It's the prompt everyone 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1 (~3 min): open /compare?level=1, scroll both panes. Point out default AI design: centered hero, safe gradient, no point of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image speaks a thousand words — literally true for design prompting.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convey looks, not behavior — 'make the buttons work' was a separate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Mozart-gets-a-piano moment. Opus prompt pinned variables: do NOT use superpowers plugin.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model verify — it finds real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re-engineer the fireplace — copy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personality shows up at the dependency-strategy level, not the pixel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is what separates AI website from production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2 (~4 min): open /compare?level=5, let the product film play in both panes.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research-prompt pattern: winners vs losers analysis, scoring matrix, evidence-based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war story of the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humans can't articulate why a design is great — the skill does it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3 (~4 min): open /compare?level=7. Show process-artifacts/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money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Fable QAs harder; Opus scaffolds harder.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 dominates model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Agent Passport: the OpenArt/Firecrawl steps are agentic commerce in miniature.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 questions if quiet: best ROI = levels 2-3. Internal tools can stop at level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457200" cy="45720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17373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4800" b="1" dirty="0">
                <a:solidFill>
                  <a:srgbClr val="FFF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levels of building beautiful websites with Claude Code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product. One ladder. Two models. Every artifact preserved verbatim — and everything in this talk is live at one link.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TALK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of Claude-built websites look generic — and it isn't the model's fault.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 and references — “Mozart with no piano.”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Jack Roberts' “7 Levels of Building Claude Code Websites.”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replication with receipts — plus a model comparison the video didn't do.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yellow iPhone. The same prompts, run twice.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5 and Opus, in parallel folders — same references, same skills, same order.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level's HTML frozen the moment it was built; SHA-256 checksummed in the repo.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medium is the message: this deck and the tutorial site were built the same way.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FOR THE HOUR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ladder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5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/Users/chizhang/experimental/design-yellow-iphone-web/assets/thumbs/fab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34640"/>
            <a:ext cx="1481328" cy="9258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1533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&amp; go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86584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5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9" name="Image 1" descr="/Users/chizhang/experimental/design-yellow-iphone-web/assets/thumbs/fab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584" y="2834640"/>
            <a:ext cx="1481328" cy="9258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86584" y="381533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50208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5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12" name="Image 2" descr="/Users/chizhang/experimental/design-yellow-iphone-web/assets/thumbs/fabl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834640"/>
            <a:ext cx="1481328" cy="9258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50208" y="381533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skills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513832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5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15" name="Image 3" descr="/Users/chizhang/experimental/design-yellow-iphone-web/assets/thumbs/fabl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2834640"/>
            <a:ext cx="1481328" cy="9258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13832" y="381533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snipping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7077456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5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18" name="Image 4" descr="/Users/chizhang/experimental/design-yellow-iphone-web/assets/thumbs/fabl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2834640"/>
            <a:ext cx="1481328" cy="9258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77456" y="381533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641080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5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pic>
        <p:nvPicPr>
          <p:cNvPr id="21" name="Image 5" descr="/Users/chizhang/experimental/design-yellow-iphone-web/assets/thumbs/fable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2834640"/>
            <a:ext cx="1481328" cy="92583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41080" y="381533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10204704" y="2331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5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pic>
        <p:nvPicPr>
          <p:cNvPr id="24" name="Image 6" descr="/Users/chizhang/experimental/design-yellow-iphone-web/assets/thumbs/fable-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4" y="2834640"/>
            <a:ext cx="1481328" cy="92583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204704" y="381533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82296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adds one technique. They compound.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prompting experiments like experiments.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evidence — no touch-ups after the fact.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output files per level, so history stays immutable.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changed at a time (even: “do NOT use superpowers plugin”).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GRAB AND GO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everyone writes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0424160" cy="219456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816352"/>
            <a:ext cx="98755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Claude, I want you to build for me a simple website or just a nice looking website that is cool about iPhones that are yellow. Build me one of those website.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the file as yellow-iphone-web-level-1.html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RESULT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“default AI design” looks like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514600"/>
            <a:ext cx="4206240" cy="502920"/>
          </a:xfrm>
          <a:prstGeom prst="roundRect">
            <a:avLst>
              <a:gd name="adj" fmla="val 49091"/>
            </a:avLst>
          </a:prstGeom>
          <a:solidFill>
            <a:srgbClr val="1A1712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670048"/>
            <a:ext cx="182880" cy="182880"/>
          </a:xfrm>
          <a:prstGeom prst="ellipse">
            <a:avLst/>
          </a:prstGeom>
          <a:solidFill>
            <a:srgbClr val="FF4B3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/compare?level=1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Competent, safe, generic — in both models.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spontaneously asked about reference images sitting in the folder: agents look around.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SCREENSHOTS &amp; REFERENCES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don't tell.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image replaces paragraphs of adjectives.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grounds: godly.website · Land-book · Awwwards · Dribbble.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screenshot: “use this as the reference style.”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RESULT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layout inherits the reference's rhythm</a:t>
            </a:r>
            <a:endParaRPr lang="en-US" sz="3200" dirty="0"/>
          </a:p>
        </p:txBody>
      </p:sp>
      <p:pic>
        <p:nvPicPr>
          <p:cNvPr id="5" name="Image 0" descr="/Users/chizhang/experimental/design-yellow-iphone-web/assets/thumbs/fab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5029200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59384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before</a:t>
            </a:r>
            <a:endParaRPr lang="en-US" sz="1200" dirty="0"/>
          </a:p>
        </p:txBody>
      </p:sp>
      <p:pic>
        <p:nvPicPr>
          <p:cNvPr id="7" name="Image 1" descr="/Users/chizhang/experimental/design-yellow-iphone-web/assets/thumbs/fabl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77440"/>
            <a:ext cx="5029200" cy="3143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559384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after one reference image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story: Opus overwrote level 1 on its first try — state the save-as rule up front.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DESIGN SKILLS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Mozart gets a piano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packaged design expertise: 67 UI styles, 161 palettes, font pairings, UX rules.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GitHub once (ui-ux-pro-max, power-design, shadcn) — invoke by asking.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stops guessing what good looks like.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RESULT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catches its own bug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 doubled, 20KB → 56KB: that's the design system arriving.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Fable's WCAG pass caught a real CSS specificity bug — white-on-yellow nav — and fixed it to 11.3:1 contrast.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verify: dark mode, 320px reflow, contrast. It finds real bugs.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UI SNIPPING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re-engineer the fireplace — copy it.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components from 21st.dev, Magic UI, CodePen, Mobbin.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code — or just screenshots of it — and ask Claude to integrate.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balloons-js, a celebration animation, into a no-build HTML page.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RESULT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ask, different engineering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468880"/>
          <a:ext cx="10424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5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Fable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5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strategy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Inlined the library — self-contained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import from esm.sh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move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an upstream memory leak it spotted in its own screenshots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Translated React → vanilla JS on the fly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AI IMAGE &amp; VIDEO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the media you don't have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OpenArt: image model → pick a product shot → video model.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Trick: start frame = end frame → the rotation loops perfectly.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two words of art direction to Claude: “be relevant.”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· RESULT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 biggest perceived-quality jump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2514600"/>
            <a:ext cx="4206240" cy="502920"/>
          </a:xfrm>
          <a:prstGeom prst="roundRect">
            <a:avLst>
              <a:gd name="adj" fmla="val 49091"/>
            </a:avLst>
          </a:prstGeom>
          <a:solidFill>
            <a:srgbClr val="1A1712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670048"/>
            <a:ext cx="182880" cy="182880"/>
          </a:xfrm>
          <a:prstGeom prst="ellipse">
            <a:avLst/>
          </a:prstGeom>
          <a:solidFill>
            <a:srgbClr val="FF4B3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/compare?level=5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chose muted, scroll-triggered autoplay unprompted — they know browser policy.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DATA RESEARCH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beautiful site that doesn't convert is a Ferrari with no engine.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301752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scrapes live sites: type scale, palette, spacing, tone — from apple.com itself.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pattern: research winners vs losers in your market, score them, build from evidence.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scrapes are preserved in the repo.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· THE OVERWRITE INCIDENT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sessions raced. One file lost.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level-7 session silently clobbered level-6.html while it was being built.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diagnosed the race, mined the other session's transcript for the build recipe, and restored the file — flagged as a rebuild, not the original.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Lessons: partition concurrent sessions; transcripts are recoverable state.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DESIGN EXTRACTION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lever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extracts a site's full design language: tokens, type ladder, easing, load-bearing rules.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rebuilds your product in that language. Translation, not cloning.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here: antigravity.google — grey palette, weight-450 headings, pill shapes, alpha borders.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RESULT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Lume vs LUMA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2514600"/>
            <a:ext cx="4206240" cy="502920"/>
          </a:xfrm>
          <a:prstGeom prst="roundRect">
            <a:avLst>
              <a:gd name="adj" fmla="val 49091"/>
            </a:avLst>
          </a:prstGeom>
          <a:solidFill>
            <a:srgbClr val="1A1712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670048"/>
            <a:ext cx="182880" cy="182880"/>
          </a:xfrm>
          <a:prstGeom prst="ellipse">
            <a:avLst/>
          </a:prstGeom>
          <a:solidFill>
            <a:srgbClr val="FF4B3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/compare?level=7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independently invented near-identical brand names from the same design language. Extraction converges.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shipped a full kit: tokens.json, structure.css, builder brief, verified preview.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CLIMB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 and day. Chalk and cheese.</a:t>
            </a:r>
            <a:endParaRPr lang="en-US" sz="3400" dirty="0"/>
          </a:p>
        </p:txBody>
      </p:sp>
      <p:pic>
        <p:nvPicPr>
          <p:cNvPr id="5" name="Image 0" descr="/Users/chizhang/experimental/design-yellow-iphone-web/assets/thumbs/fabl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5029200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59384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one prompt</a:t>
            </a:r>
            <a:endParaRPr lang="en-US" sz="1200" dirty="0"/>
          </a:p>
        </p:txBody>
      </p:sp>
      <p:pic>
        <p:nvPicPr>
          <p:cNvPr id="7" name="Image 1" descr="/Users/chizhang/experimental/design-yellow-iphone-web/assets/thumbs/fable-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77440"/>
            <a:ext cx="5029200" cy="3143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559384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— the same model, with a system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VS OPUS · METHODOLOGY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variable: the model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prompts, same references, same skills, same order.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folders, parallel sessions, artifacts frozen at each level.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VS OPUS · DIVERGENCE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they split</a:t>
            </a:r>
            <a:endParaRPr lang="en-US" sz="3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286000"/>
          <a:ext cx="10424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5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Fable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5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everything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from CDN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aggressively; QAs contrast &amp; viewports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at milestones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self-contained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Kits: blueprint + scaffold +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5 file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 KB (all inlined)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7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KB (CDN)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68680" y="5760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F6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QAs harder; Opus scaffolds harder.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VS OPUS · CONVERGENCE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they agree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brand names from the same design language (Lume / LUMA).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autoplay policy, same layout instincts, same accessibility reflexes.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dominates model choice: level-7 Opus beats level-1 Fable, every time.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19456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ladder is the lever.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the multiplier.</a:t>
            </a:r>
            <a:endParaRPr lang="en-US" sz="4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META-LESSONS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inequalities to remember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24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&gt;  adjectives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24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&gt;  instructions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24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&gt;  invention</a:t>
            </a:r>
            <a:endParaRPr lang="en-US" sz="24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24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 &gt;  hope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TRICKS &amp; GOTCHAS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notes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7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output files — keep every level as immutable evidence.</a:t>
            </a:r>
            <a:endParaRPr lang="en-US" sz="17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7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variable at a time; exclude plugins explicitly.</a:t>
            </a:r>
            <a:endParaRPr lang="en-US" sz="17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7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concurrent sessions — they will race on files.</a:t>
            </a:r>
            <a:endParaRPr lang="en-US" sz="17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7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one extra prompt from blueprint → deliverable.</a:t>
            </a:r>
            <a:endParaRPr lang="en-US" sz="17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7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look at its own screenshots.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KITE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scaffolding is the product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Agent-built UI is production-viable today — with skills, references, data access, and paid tools (Firecrawl, OpenArt).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level up the ladder, the agent consumed more external services autonomously.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research, buy assets, and verify on their own need identity and payments — that's Agent Passport.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"/>
            <a:ext cx="201168" cy="201168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051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1A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one link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site, all 14 demos, the compare view, this deck.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curated prompt log — the exact prompts, per level.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→"/>
            </a:pPr>
            <a:r>
              <a:rPr lang="en-US" sz="180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design-language extraction skill, ready to install.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5303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github.com/chizhangucb/claude-code-seven-levels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21945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level has the best ROI? Where would you stop for internal tools? What should we extract next?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2026-07-12T08:12:45Z</dcterms:created>
  <dcterms:modified xsi:type="dcterms:W3CDTF">2026-07-12T08:12:45Z</dcterms:modified>
</cp:coreProperties>
</file>